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344" r:id="rId5"/>
    <p:sldId id="421" r:id="rId6"/>
    <p:sldId id="422" r:id="rId7"/>
    <p:sldId id="424" r:id="rId8"/>
    <p:sldId id="426" r:id="rId9"/>
    <p:sldId id="425" r:id="rId10"/>
    <p:sldId id="429" r:id="rId11"/>
    <p:sldId id="428" r:id="rId12"/>
    <p:sldId id="430" r:id="rId13"/>
    <p:sldId id="427" r:id="rId14"/>
    <p:sldId id="431" r:id="rId15"/>
    <p:sldId id="331" r:id="rId16"/>
  </p:sldIdLst>
  <p:sldSz cx="17316450" cy="9791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reen button" id="{69B2C90B-1DCB-4E08-A6DA-22DC9D284801}">
          <p14:sldIdLst>
            <p14:sldId id="344"/>
            <p14:sldId id="421"/>
          </p14:sldIdLst>
        </p14:section>
        <p14:section name="clean" id="{DE33CF26-E7AA-4184-B5AD-8FEA0F006493}">
          <p14:sldIdLst>
            <p14:sldId id="422"/>
            <p14:sldId id="424"/>
          </p14:sldIdLst>
        </p14:section>
        <p14:section name="Sectioned" id="{005E6E97-7FC0-49C7-B75B-CA3BA8C566E9}">
          <p14:sldIdLst>
            <p14:sldId id="426"/>
            <p14:sldId id="425"/>
            <p14:sldId id="429"/>
            <p14:sldId id="428"/>
            <p14:sldId id="430"/>
            <p14:sldId id="427"/>
            <p14:sldId id="431"/>
          </p14:sldIdLst>
        </p14:section>
        <p14:section name="Base" id="{6852624D-32C6-424D-B754-55F4992C09B6}">
          <p14:sldIdLst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84" userDrawn="1">
          <p15:clr>
            <a:srgbClr val="A4A3A4"/>
          </p15:clr>
        </p15:guide>
        <p15:guide id="2" pos="54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411"/>
    <a:srgbClr val="78993E"/>
    <a:srgbClr val="F6C04B"/>
    <a:srgbClr val="F2F2F2"/>
    <a:srgbClr val="EBEBEB"/>
    <a:srgbClr val="F8F8F8"/>
    <a:srgbClr val="546B86"/>
    <a:srgbClr val="A1869B"/>
    <a:srgbClr val="7D6279"/>
    <a:srgbClr val="2D2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06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400" y="56"/>
      </p:cViewPr>
      <p:guideLst>
        <p:guide orient="horz" pos="3084"/>
        <p:guide pos="54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2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gard Rosenvinge" userId="f0d9ca60-ce4d-43f6-bed3-f444261d7bff" providerId="ADAL" clId="{FFDF9D24-2D5B-4170-88ED-D624EAD07644}"/>
    <pc:docChg chg="undo custSel addSld delSld modSld sldOrd modMainMaster addSection delSection modSection">
      <pc:chgData name="Vegard Rosenvinge" userId="f0d9ca60-ce4d-43f6-bed3-f444261d7bff" providerId="ADAL" clId="{FFDF9D24-2D5B-4170-88ED-D624EAD07644}" dt="2026-07-30T11:33:47.126" v="2735" actId="17851"/>
      <pc:docMkLst>
        <pc:docMk/>
      </pc:docMkLst>
      <pc:sldChg chg="delSp add del mod ord setBg">
        <pc:chgData name="Vegard Rosenvinge" userId="f0d9ca60-ce4d-43f6-bed3-f444261d7bff" providerId="ADAL" clId="{FFDF9D24-2D5B-4170-88ED-D624EAD07644}" dt="2026-07-30T11:33:29.244" v="2731" actId="47"/>
        <pc:sldMkLst>
          <pc:docMk/>
          <pc:sldMk cId="3360400066" sldId="331"/>
        </pc:sldMkLst>
      </pc:sldChg>
      <pc:sldChg chg="addSp modSp mod setBg">
        <pc:chgData name="Vegard Rosenvinge" userId="f0d9ca60-ce4d-43f6-bed3-f444261d7bff" providerId="ADAL" clId="{FFDF9D24-2D5B-4170-88ED-D624EAD07644}" dt="2026-07-23T09:25:04.339" v="1246"/>
        <pc:sldMkLst>
          <pc:docMk/>
          <pc:sldMk cId="826194780" sldId="344"/>
        </pc:sldMkLst>
        <pc:spChg chg="add mod">
          <ac:chgData name="Vegard Rosenvinge" userId="f0d9ca60-ce4d-43f6-bed3-f444261d7bff" providerId="ADAL" clId="{FFDF9D24-2D5B-4170-88ED-D624EAD07644}" dt="2026-07-23T08:30:00.737" v="12" actId="14100"/>
          <ac:spMkLst>
            <pc:docMk/>
            <pc:sldMk cId="826194780" sldId="344"/>
            <ac:spMk id="2" creationId="{40F9C2B5-1851-6A15-8068-C9805A08A2F6}"/>
          </ac:spMkLst>
        </pc:spChg>
        <pc:spChg chg="add mod">
          <ac:chgData name="Vegard Rosenvinge" userId="f0d9ca60-ce4d-43f6-bed3-f444261d7bff" providerId="ADAL" clId="{FFDF9D24-2D5B-4170-88ED-D624EAD07644}" dt="2026-07-23T08:30:11.974" v="13" actId="1076"/>
          <ac:spMkLst>
            <pc:docMk/>
            <pc:sldMk cId="826194780" sldId="344"/>
            <ac:spMk id="3" creationId="{5769BF0C-0851-885E-3895-38EFAE29493D}"/>
          </ac:spMkLst>
        </pc:spChg>
        <pc:spChg chg="add mod">
          <ac:chgData name="Vegard Rosenvinge" userId="f0d9ca60-ce4d-43f6-bed3-f444261d7bff" providerId="ADAL" clId="{FFDF9D24-2D5B-4170-88ED-D624EAD07644}" dt="2026-07-23T08:32:50.310" v="65" actId="207"/>
          <ac:spMkLst>
            <pc:docMk/>
            <pc:sldMk cId="826194780" sldId="344"/>
            <ac:spMk id="4" creationId="{BD0DF2EC-3F89-5D3F-280B-1FCE70D1ED17}"/>
          </ac:spMkLst>
        </pc:spChg>
        <pc:spChg chg="mod">
          <ac:chgData name="Vegard Rosenvinge" userId="f0d9ca60-ce4d-43f6-bed3-f444261d7bff" providerId="ADAL" clId="{FFDF9D24-2D5B-4170-88ED-D624EAD07644}" dt="2026-07-23T09:24:44.091" v="1245" actId="14861"/>
          <ac:spMkLst>
            <pc:docMk/>
            <pc:sldMk cId="826194780" sldId="344"/>
            <ac:spMk id="9" creationId="{1B411B0B-9756-5ECE-1D0B-AC2DA0B3ABD5}"/>
          </ac:spMkLst>
        </pc:spChg>
      </pc:sldChg>
      <pc:sldChg chg="modSp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2865255333" sldId="346"/>
        </pc:sldMkLst>
        <pc:spChg chg="mod">
          <ac:chgData name="Vegard Rosenvinge" userId="f0d9ca60-ce4d-43f6-bed3-f444261d7bff" providerId="ADAL" clId="{FFDF9D24-2D5B-4170-88ED-D624EAD07644}" dt="2026-07-24T06:25:33.417" v="2615" actId="14861"/>
          <ac:spMkLst>
            <pc:docMk/>
            <pc:sldMk cId="2865255333" sldId="346"/>
            <ac:spMk id="7" creationId="{4DF6F1D5-21D2-3994-232A-E5254A4518B6}"/>
          </ac:spMkLst>
        </pc:spChg>
        <pc:spChg chg="mod">
          <ac:chgData name="Vegard Rosenvinge" userId="f0d9ca60-ce4d-43f6-bed3-f444261d7bff" providerId="ADAL" clId="{FFDF9D24-2D5B-4170-88ED-D624EAD07644}" dt="2026-07-24T06:25:33.417" v="2615" actId="14861"/>
          <ac:spMkLst>
            <pc:docMk/>
            <pc:sldMk cId="2865255333" sldId="346"/>
            <ac:spMk id="9" creationId="{1B411B0B-9756-5ECE-1D0B-AC2DA0B3ABD5}"/>
          </ac:spMkLst>
        </pc:spChg>
        <pc:spChg chg="mod">
          <ac:chgData name="Vegard Rosenvinge" userId="f0d9ca60-ce4d-43f6-bed3-f444261d7bff" providerId="ADAL" clId="{FFDF9D24-2D5B-4170-88ED-D624EAD07644}" dt="2026-07-24T06:25:33.417" v="2615" actId="14861"/>
          <ac:spMkLst>
            <pc:docMk/>
            <pc:sldMk cId="2865255333" sldId="346"/>
            <ac:spMk id="18" creationId="{25A74F16-237B-842C-3CE1-885F0DB888F8}"/>
          </ac:spMkLst>
        </pc:spChg>
      </pc:sldChg>
      <pc:sldChg chg="modSp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2664839021" sldId="349"/>
        </pc:sldMkLst>
        <pc:spChg chg="mod">
          <ac:chgData name="Vegard Rosenvinge" userId="f0d9ca60-ce4d-43f6-bed3-f444261d7bff" providerId="ADAL" clId="{FFDF9D24-2D5B-4170-88ED-D624EAD07644}" dt="2026-07-24T06:33:08.508" v="2722" actId="14861"/>
          <ac:spMkLst>
            <pc:docMk/>
            <pc:sldMk cId="2664839021" sldId="349"/>
            <ac:spMk id="3" creationId="{5D0AAE40-0181-663B-17C6-C510E84098BB}"/>
          </ac:spMkLst>
        </pc:spChg>
        <pc:spChg chg="mod">
          <ac:chgData name="Vegard Rosenvinge" userId="f0d9ca60-ce4d-43f6-bed3-f444261d7bff" providerId="ADAL" clId="{FFDF9D24-2D5B-4170-88ED-D624EAD07644}" dt="2026-07-24T06:33:08.508" v="2722" actId="14861"/>
          <ac:spMkLst>
            <pc:docMk/>
            <pc:sldMk cId="2664839021" sldId="349"/>
            <ac:spMk id="4" creationId="{44614AFE-E560-146A-4339-07C1669B6EB7}"/>
          </ac:spMkLst>
        </pc:spChg>
        <pc:spChg chg="mod">
          <ac:chgData name="Vegard Rosenvinge" userId="f0d9ca60-ce4d-43f6-bed3-f444261d7bff" providerId="ADAL" clId="{FFDF9D24-2D5B-4170-88ED-D624EAD07644}" dt="2026-07-24T06:33:08.508" v="2722" actId="14861"/>
          <ac:spMkLst>
            <pc:docMk/>
            <pc:sldMk cId="2664839021" sldId="349"/>
            <ac:spMk id="9" creationId="{1B411B0B-9756-5ECE-1D0B-AC2DA0B3ABD5}"/>
          </ac:spMkLst>
        </pc:spChg>
        <pc:spChg chg="mod">
          <ac:chgData name="Vegard Rosenvinge" userId="f0d9ca60-ce4d-43f6-bed3-f444261d7bff" providerId="ADAL" clId="{FFDF9D24-2D5B-4170-88ED-D624EAD07644}" dt="2026-07-24T06:33:08.508" v="2722" actId="14861"/>
          <ac:spMkLst>
            <pc:docMk/>
            <pc:sldMk cId="2664839021" sldId="349"/>
            <ac:spMk id="18" creationId="{25A74F16-237B-842C-3CE1-885F0DB888F8}"/>
          </ac:spMkLst>
        </pc:spChg>
      </pc:sldChg>
      <pc:sldChg chg="modSp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1918454537" sldId="350"/>
        </pc:sldMkLst>
        <pc:spChg chg="mod">
          <ac:chgData name="Vegard Rosenvinge" userId="f0d9ca60-ce4d-43f6-bed3-f444261d7bff" providerId="ADAL" clId="{FFDF9D24-2D5B-4170-88ED-D624EAD07644}" dt="2026-07-24T06:28:00.018" v="2652" actId="14861"/>
          <ac:spMkLst>
            <pc:docMk/>
            <pc:sldMk cId="1918454537" sldId="350"/>
            <ac:spMk id="2" creationId="{02298A3F-364B-3C48-6A96-A3846239E09C}"/>
          </ac:spMkLst>
        </pc:spChg>
        <pc:spChg chg="mod">
          <ac:chgData name="Vegard Rosenvinge" userId="f0d9ca60-ce4d-43f6-bed3-f444261d7bff" providerId="ADAL" clId="{FFDF9D24-2D5B-4170-88ED-D624EAD07644}" dt="2026-07-24T06:28:00.018" v="2652" actId="14861"/>
          <ac:spMkLst>
            <pc:docMk/>
            <pc:sldMk cId="1918454537" sldId="350"/>
            <ac:spMk id="7" creationId="{4DF6F1D5-21D2-3994-232A-E5254A4518B6}"/>
          </ac:spMkLst>
        </pc:spChg>
        <pc:spChg chg="mod">
          <ac:chgData name="Vegard Rosenvinge" userId="f0d9ca60-ce4d-43f6-bed3-f444261d7bff" providerId="ADAL" clId="{FFDF9D24-2D5B-4170-88ED-D624EAD07644}" dt="2026-07-24T06:28:00.018" v="2652" actId="14861"/>
          <ac:spMkLst>
            <pc:docMk/>
            <pc:sldMk cId="1918454537" sldId="350"/>
            <ac:spMk id="9" creationId="{1B411B0B-9756-5ECE-1D0B-AC2DA0B3ABD5}"/>
          </ac:spMkLst>
        </pc:spChg>
        <pc:spChg chg="mod">
          <ac:chgData name="Vegard Rosenvinge" userId="f0d9ca60-ce4d-43f6-bed3-f444261d7bff" providerId="ADAL" clId="{FFDF9D24-2D5B-4170-88ED-D624EAD07644}" dt="2026-07-24T06:28:00.018" v="2652" actId="14861"/>
          <ac:spMkLst>
            <pc:docMk/>
            <pc:sldMk cId="1918454537" sldId="350"/>
            <ac:spMk id="18" creationId="{25A74F16-237B-842C-3CE1-885F0DB888F8}"/>
          </ac:spMkLst>
        </pc:spChg>
      </pc:sldChg>
      <pc:sldChg chg="modSp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540688823" sldId="382"/>
        </pc:sldMkLst>
        <pc:spChg chg="mod">
          <ac:chgData name="Vegard Rosenvinge" userId="f0d9ca60-ce4d-43f6-bed3-f444261d7bff" providerId="ADAL" clId="{FFDF9D24-2D5B-4170-88ED-D624EAD07644}" dt="2026-07-24T06:27:01.454" v="2642" actId="14861"/>
          <ac:spMkLst>
            <pc:docMk/>
            <pc:sldMk cId="540688823" sldId="382"/>
            <ac:spMk id="3" creationId="{5D0AAE40-0181-663B-17C6-C510E84098BB}"/>
          </ac:spMkLst>
        </pc:spChg>
        <pc:spChg chg="mod">
          <ac:chgData name="Vegard Rosenvinge" userId="f0d9ca60-ce4d-43f6-bed3-f444261d7bff" providerId="ADAL" clId="{FFDF9D24-2D5B-4170-88ED-D624EAD07644}" dt="2026-07-24T06:27:01.454" v="2642" actId="14861"/>
          <ac:spMkLst>
            <pc:docMk/>
            <pc:sldMk cId="540688823" sldId="382"/>
            <ac:spMk id="4" creationId="{44614AFE-E560-146A-4339-07C1669B6EB7}"/>
          </ac:spMkLst>
        </pc:spChg>
        <pc:spChg chg="mod">
          <ac:chgData name="Vegard Rosenvinge" userId="f0d9ca60-ce4d-43f6-bed3-f444261d7bff" providerId="ADAL" clId="{FFDF9D24-2D5B-4170-88ED-D624EAD07644}" dt="2026-07-24T06:27:01.454" v="2642" actId="14861"/>
          <ac:spMkLst>
            <pc:docMk/>
            <pc:sldMk cId="540688823" sldId="382"/>
            <ac:spMk id="18" creationId="{25A74F16-237B-842C-3CE1-885F0DB888F8}"/>
          </ac:spMkLst>
        </pc:spChg>
      </pc:sldChg>
      <pc:sldChg chg="modSp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3351838196" sldId="383"/>
        </pc:sldMkLst>
        <pc:spChg chg="mod">
          <ac:chgData name="Vegard Rosenvinge" userId="f0d9ca60-ce4d-43f6-bed3-f444261d7bff" providerId="ADAL" clId="{FFDF9D24-2D5B-4170-88ED-D624EAD07644}" dt="2026-07-24T06:27:28.780" v="2646" actId="14861"/>
          <ac:spMkLst>
            <pc:docMk/>
            <pc:sldMk cId="3351838196" sldId="383"/>
            <ac:spMk id="3" creationId="{5D0AAE40-0181-663B-17C6-C510E84098BB}"/>
          </ac:spMkLst>
        </pc:spChg>
        <pc:spChg chg="mod">
          <ac:chgData name="Vegard Rosenvinge" userId="f0d9ca60-ce4d-43f6-bed3-f444261d7bff" providerId="ADAL" clId="{FFDF9D24-2D5B-4170-88ED-D624EAD07644}" dt="2026-07-24T06:27:28.780" v="2646" actId="14861"/>
          <ac:spMkLst>
            <pc:docMk/>
            <pc:sldMk cId="3351838196" sldId="383"/>
            <ac:spMk id="4" creationId="{44614AFE-E560-146A-4339-07C1669B6EB7}"/>
          </ac:spMkLst>
        </pc:spChg>
        <pc:spChg chg="mod">
          <ac:chgData name="Vegard Rosenvinge" userId="f0d9ca60-ce4d-43f6-bed3-f444261d7bff" providerId="ADAL" clId="{FFDF9D24-2D5B-4170-88ED-D624EAD07644}" dt="2026-07-24T06:27:28.780" v="2646" actId="14861"/>
          <ac:spMkLst>
            <pc:docMk/>
            <pc:sldMk cId="3351838196" sldId="383"/>
            <ac:spMk id="18" creationId="{25A74F16-237B-842C-3CE1-885F0DB888F8}"/>
          </ac:spMkLst>
        </pc:spChg>
      </pc:sldChg>
      <pc:sldChg chg="modSp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3354335650" sldId="384"/>
        </pc:sldMkLst>
        <pc:spChg chg="mod">
          <ac:chgData name="Vegard Rosenvinge" userId="f0d9ca60-ce4d-43f6-bed3-f444261d7bff" providerId="ADAL" clId="{FFDF9D24-2D5B-4170-88ED-D624EAD07644}" dt="2026-07-24T06:25:54.151" v="2620" actId="14861"/>
          <ac:spMkLst>
            <pc:docMk/>
            <pc:sldMk cId="3354335650" sldId="384"/>
            <ac:spMk id="7" creationId="{4DF6F1D5-21D2-3994-232A-E5254A4518B6}"/>
          </ac:spMkLst>
        </pc:spChg>
        <pc:spChg chg="mod">
          <ac:chgData name="Vegard Rosenvinge" userId="f0d9ca60-ce4d-43f6-bed3-f444261d7bff" providerId="ADAL" clId="{FFDF9D24-2D5B-4170-88ED-D624EAD07644}" dt="2026-07-24T06:25:54.151" v="2620" actId="14861"/>
          <ac:spMkLst>
            <pc:docMk/>
            <pc:sldMk cId="3354335650" sldId="384"/>
            <ac:spMk id="9" creationId="{1B411B0B-9756-5ECE-1D0B-AC2DA0B3ABD5}"/>
          </ac:spMkLst>
        </pc:spChg>
      </pc:sldChg>
      <pc:sldChg chg="modSp add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3685544775" sldId="395"/>
        </pc:sldMkLst>
      </pc:sldChg>
      <pc:sldChg chg="modSp add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1118185605" sldId="397"/>
        </pc:sldMkLst>
      </pc:sldChg>
      <pc:sldChg chg="modSp del mod setBg">
        <pc:chgData name="Vegard Rosenvinge" userId="f0d9ca60-ce4d-43f6-bed3-f444261d7bff" providerId="ADAL" clId="{FFDF9D24-2D5B-4170-88ED-D624EAD07644}" dt="2026-07-30T11:33:17.942" v="2724" actId="47"/>
        <pc:sldMkLst>
          <pc:docMk/>
          <pc:sldMk cId="1411773296" sldId="398"/>
        </pc:sldMkLst>
      </pc:sldChg>
      <pc:sldChg chg="modSp del mod setBg">
        <pc:chgData name="Vegard Rosenvinge" userId="f0d9ca60-ce4d-43f6-bed3-f444261d7bff" providerId="ADAL" clId="{FFDF9D24-2D5B-4170-88ED-D624EAD07644}" dt="2026-07-30T11:33:17.050" v="2723" actId="47"/>
        <pc:sldMkLst>
          <pc:docMk/>
          <pc:sldMk cId="3851464261" sldId="399"/>
        </pc:sldMkLst>
      </pc:sldChg>
      <pc:sldChg chg="modSp add del mod setBg">
        <pc:chgData name="Vegard Rosenvinge" userId="f0d9ca60-ce4d-43f6-bed3-f444261d7bff" providerId="ADAL" clId="{FFDF9D24-2D5B-4170-88ED-D624EAD07644}" dt="2026-07-30T11:33:41.705" v="2733" actId="47"/>
        <pc:sldMkLst>
          <pc:docMk/>
          <pc:sldMk cId="1189019578" sldId="418"/>
        </pc:sldMkLst>
        <pc:spChg chg="mod">
          <ac:chgData name="Vegard Rosenvinge" userId="f0d9ca60-ce4d-43f6-bed3-f444261d7bff" providerId="ADAL" clId="{FFDF9D24-2D5B-4170-88ED-D624EAD07644}" dt="2026-07-24T06:28:50.584" v="2661" actId="14100"/>
          <ac:spMkLst>
            <pc:docMk/>
            <pc:sldMk cId="1189019578" sldId="418"/>
            <ac:spMk id="9" creationId="{1B411B0B-9756-5ECE-1D0B-AC2DA0B3ABD5}"/>
          </ac:spMkLst>
        </pc:spChg>
      </pc:sldChg>
      <pc:sldChg chg="addSp delSp modSp add mod setBg">
        <pc:chgData name="Vegard Rosenvinge" userId="f0d9ca60-ce4d-43f6-bed3-f444261d7bff" providerId="ADAL" clId="{FFDF9D24-2D5B-4170-88ED-D624EAD07644}" dt="2026-07-23T13:02:38.965" v="2542" actId="478"/>
        <pc:sldMkLst>
          <pc:docMk/>
          <pc:sldMk cId="3618537335" sldId="421"/>
        </pc:sldMkLst>
        <pc:spChg chg="ord">
          <ac:chgData name="Vegard Rosenvinge" userId="f0d9ca60-ce4d-43f6-bed3-f444261d7bff" providerId="ADAL" clId="{FFDF9D24-2D5B-4170-88ED-D624EAD07644}" dt="2026-07-23T11:03:45.479" v="2141" actId="166"/>
          <ac:spMkLst>
            <pc:docMk/>
            <pc:sldMk cId="3618537335" sldId="421"/>
            <ac:spMk id="2" creationId="{ACACD60E-D5D4-A456-7AE5-FE2A65359182}"/>
          </ac:spMkLst>
        </pc:spChg>
        <pc:spChg chg="add mod">
          <ac:chgData name="Vegard Rosenvinge" userId="f0d9ca60-ce4d-43f6-bed3-f444261d7bff" providerId="ADAL" clId="{FFDF9D24-2D5B-4170-88ED-D624EAD07644}" dt="2026-07-23T11:03:45.848" v="2142" actId="14100"/>
          <ac:spMkLst>
            <pc:docMk/>
            <pc:sldMk cId="3618537335" sldId="421"/>
            <ac:spMk id="5" creationId="{65ED647B-6D7F-06BA-64A9-C00169D0179C}"/>
          </ac:spMkLst>
        </pc:spChg>
        <pc:spChg chg="mod">
          <ac:chgData name="Vegard Rosenvinge" userId="f0d9ca60-ce4d-43f6-bed3-f444261d7bff" providerId="ADAL" clId="{FFDF9D24-2D5B-4170-88ED-D624EAD07644}" dt="2026-07-23T11:24:02.190" v="2314" actId="1076"/>
          <ac:spMkLst>
            <pc:docMk/>
            <pc:sldMk cId="3618537335" sldId="421"/>
            <ac:spMk id="9" creationId="{28058B70-55C7-38C2-FE45-AF30350C52FC}"/>
          </ac:spMkLst>
        </pc:spChg>
      </pc:sldChg>
      <pc:sldChg chg="delSp add mod setBg">
        <pc:chgData name="Vegard Rosenvinge" userId="f0d9ca60-ce4d-43f6-bed3-f444261d7bff" providerId="ADAL" clId="{FFDF9D24-2D5B-4170-88ED-D624EAD07644}" dt="2026-07-24T06:16:58.667" v="2556"/>
        <pc:sldMkLst>
          <pc:docMk/>
          <pc:sldMk cId="619516673" sldId="422"/>
        </pc:sldMkLst>
      </pc:sldChg>
      <pc:sldChg chg="delSp add mod replId">
        <pc:chgData name="Vegard Rosenvinge" userId="f0d9ca60-ce4d-43f6-bed3-f444261d7bff" providerId="ADAL" clId="{FFDF9D24-2D5B-4170-88ED-D624EAD07644}" dt="2026-07-24T06:17:24.316" v="2562" actId="478"/>
        <pc:sldMkLst>
          <pc:docMk/>
          <pc:sldMk cId="1892032471" sldId="424"/>
        </pc:sldMkLst>
      </pc:sldChg>
      <pc:sldChg chg="addSp modSp add mod">
        <pc:chgData name="Vegard Rosenvinge" userId="f0d9ca60-ce4d-43f6-bed3-f444261d7bff" providerId="ADAL" clId="{FFDF9D24-2D5B-4170-88ED-D624EAD07644}" dt="2026-07-24T06:19:16.828" v="2576" actId="14100"/>
        <pc:sldMkLst>
          <pc:docMk/>
          <pc:sldMk cId="310259758" sldId="425"/>
        </pc:sldMkLst>
        <pc:spChg chg="add mod">
          <ac:chgData name="Vegard Rosenvinge" userId="f0d9ca60-ce4d-43f6-bed3-f444261d7bff" providerId="ADAL" clId="{FFDF9D24-2D5B-4170-88ED-D624EAD07644}" dt="2026-07-24T06:19:10.538" v="2574" actId="14100"/>
          <ac:spMkLst>
            <pc:docMk/>
            <pc:sldMk cId="310259758" sldId="425"/>
            <ac:spMk id="2" creationId="{F008C40A-C5BF-3D50-E1FC-D1FEE331D05C}"/>
          </ac:spMkLst>
        </pc:spChg>
        <pc:spChg chg="add mod">
          <ac:chgData name="Vegard Rosenvinge" userId="f0d9ca60-ce4d-43f6-bed3-f444261d7bff" providerId="ADAL" clId="{FFDF9D24-2D5B-4170-88ED-D624EAD07644}" dt="2026-07-24T06:19:16.828" v="2576" actId="14100"/>
          <ac:spMkLst>
            <pc:docMk/>
            <pc:sldMk cId="310259758" sldId="425"/>
            <ac:spMk id="3" creationId="{22C408CF-FE85-CE9A-BC8A-019065392A4D}"/>
          </ac:spMkLst>
        </pc:spChg>
        <pc:spChg chg="add mod">
          <ac:chgData name="Vegard Rosenvinge" userId="f0d9ca60-ce4d-43f6-bed3-f444261d7bff" providerId="ADAL" clId="{FFDF9D24-2D5B-4170-88ED-D624EAD07644}" dt="2026-07-24T06:19:04.630" v="2573" actId="14100"/>
          <ac:spMkLst>
            <pc:docMk/>
            <pc:sldMk cId="310259758" sldId="425"/>
            <ac:spMk id="4" creationId="{6951CC20-3F0A-89AF-838A-F01691B307E0}"/>
          </ac:spMkLst>
        </pc:spChg>
        <pc:spChg chg="mod">
          <ac:chgData name="Vegard Rosenvinge" userId="f0d9ca60-ce4d-43f6-bed3-f444261d7bff" providerId="ADAL" clId="{FFDF9D24-2D5B-4170-88ED-D624EAD07644}" dt="2026-07-24T06:19:15.120" v="2575" actId="14100"/>
          <ac:spMkLst>
            <pc:docMk/>
            <pc:sldMk cId="310259758" sldId="425"/>
            <ac:spMk id="9" creationId="{52F99DE8-DDFF-FCCB-A795-FBA2E6DA6F21}"/>
          </ac:spMkLst>
        </pc:spChg>
      </pc:sldChg>
      <pc:sldChg chg="add ord">
        <pc:chgData name="Vegard Rosenvinge" userId="f0d9ca60-ce4d-43f6-bed3-f444261d7bff" providerId="ADAL" clId="{FFDF9D24-2D5B-4170-88ED-D624EAD07644}" dt="2026-07-24T06:21:48.623" v="2592"/>
        <pc:sldMkLst>
          <pc:docMk/>
          <pc:sldMk cId="547907731" sldId="426"/>
        </pc:sldMkLst>
      </pc:sldChg>
      <pc:sldChg chg="addSp modSp add mod">
        <pc:chgData name="Vegard Rosenvinge" userId="f0d9ca60-ce4d-43f6-bed3-f444261d7bff" providerId="ADAL" clId="{FFDF9D24-2D5B-4170-88ED-D624EAD07644}" dt="2026-07-24T06:23:08.110" v="2599" actId="14861"/>
        <pc:sldMkLst>
          <pc:docMk/>
          <pc:sldMk cId="2054698885" sldId="427"/>
        </pc:sldMkLst>
        <pc:spChg chg="add mod ord">
          <ac:chgData name="Vegard Rosenvinge" userId="f0d9ca60-ce4d-43f6-bed3-f444261d7bff" providerId="ADAL" clId="{FFDF9D24-2D5B-4170-88ED-D624EAD07644}" dt="2026-07-24T06:23:08.110" v="2599" actId="14861"/>
          <ac:spMkLst>
            <pc:docMk/>
            <pc:sldMk cId="2054698885" sldId="427"/>
            <ac:spMk id="2" creationId="{6A647527-F5AD-77D8-3302-E50339420B6F}"/>
          </ac:spMkLst>
        </pc:spChg>
        <pc:spChg chg="mod">
          <ac:chgData name="Vegard Rosenvinge" userId="f0d9ca60-ce4d-43f6-bed3-f444261d7bff" providerId="ADAL" clId="{FFDF9D24-2D5B-4170-88ED-D624EAD07644}" dt="2026-07-24T06:23:08.110" v="2599" actId="14861"/>
          <ac:spMkLst>
            <pc:docMk/>
            <pc:sldMk cId="2054698885" sldId="427"/>
            <ac:spMk id="9" creationId="{4884451A-E2E7-7E6C-2B82-E6FC48E3D4B9}"/>
          </ac:spMkLst>
        </pc:spChg>
      </pc:sldChg>
      <pc:sldChg chg="delSp modSp add mod">
        <pc:chgData name="Vegard Rosenvinge" userId="f0d9ca60-ce4d-43f6-bed3-f444261d7bff" providerId="ADAL" clId="{FFDF9D24-2D5B-4170-88ED-D624EAD07644}" dt="2026-07-24T06:21:24.148" v="2590" actId="14861"/>
        <pc:sldMkLst>
          <pc:docMk/>
          <pc:sldMk cId="771193599" sldId="428"/>
        </pc:sldMkLst>
        <pc:spChg chg="mod">
          <ac:chgData name="Vegard Rosenvinge" userId="f0d9ca60-ce4d-43f6-bed3-f444261d7bff" providerId="ADAL" clId="{FFDF9D24-2D5B-4170-88ED-D624EAD07644}" dt="2026-07-24T06:21:24.148" v="2590" actId="14861"/>
          <ac:spMkLst>
            <pc:docMk/>
            <pc:sldMk cId="771193599" sldId="428"/>
            <ac:spMk id="2" creationId="{2A21B08C-9550-88F3-E81E-373FAB59432C}"/>
          </ac:spMkLst>
        </pc:spChg>
        <pc:spChg chg="mod">
          <ac:chgData name="Vegard Rosenvinge" userId="f0d9ca60-ce4d-43f6-bed3-f444261d7bff" providerId="ADAL" clId="{FFDF9D24-2D5B-4170-88ED-D624EAD07644}" dt="2026-07-24T06:21:24.148" v="2590" actId="14861"/>
          <ac:spMkLst>
            <pc:docMk/>
            <pc:sldMk cId="771193599" sldId="428"/>
            <ac:spMk id="3" creationId="{D20A7982-090B-ECD6-6417-C8F4EE81FF87}"/>
          </ac:spMkLst>
        </pc:spChg>
        <pc:spChg chg="mod">
          <ac:chgData name="Vegard Rosenvinge" userId="f0d9ca60-ce4d-43f6-bed3-f444261d7bff" providerId="ADAL" clId="{FFDF9D24-2D5B-4170-88ED-D624EAD07644}" dt="2026-07-24T06:21:24.148" v="2590" actId="14861"/>
          <ac:spMkLst>
            <pc:docMk/>
            <pc:sldMk cId="771193599" sldId="428"/>
            <ac:spMk id="9" creationId="{CB486255-AA10-7BFA-7702-60B8D08DA4B7}"/>
          </ac:spMkLst>
        </pc:spChg>
      </pc:sldChg>
      <pc:sldChg chg="delSp modSp add mod">
        <pc:chgData name="Vegard Rosenvinge" userId="f0d9ca60-ce4d-43f6-bed3-f444261d7bff" providerId="ADAL" clId="{FFDF9D24-2D5B-4170-88ED-D624EAD07644}" dt="2026-07-24T06:19:48.312" v="2582" actId="14100"/>
        <pc:sldMkLst>
          <pc:docMk/>
          <pc:sldMk cId="1716495351" sldId="429"/>
        </pc:sldMkLst>
        <pc:spChg chg="mod">
          <ac:chgData name="Vegard Rosenvinge" userId="f0d9ca60-ce4d-43f6-bed3-f444261d7bff" providerId="ADAL" clId="{FFDF9D24-2D5B-4170-88ED-D624EAD07644}" dt="2026-07-24T06:19:48.312" v="2582" actId="14100"/>
          <ac:spMkLst>
            <pc:docMk/>
            <pc:sldMk cId="1716495351" sldId="429"/>
            <ac:spMk id="9" creationId="{97B511B1-B23B-BB62-D18B-2CEA5606C229}"/>
          </ac:spMkLst>
        </pc:spChg>
      </pc:sldChg>
      <pc:sldChg chg="delSp modSp add mod">
        <pc:chgData name="Vegard Rosenvinge" userId="f0d9ca60-ce4d-43f6-bed3-f444261d7bff" providerId="ADAL" clId="{FFDF9D24-2D5B-4170-88ED-D624EAD07644}" dt="2026-07-24T06:21:01.162" v="2589" actId="14861"/>
        <pc:sldMkLst>
          <pc:docMk/>
          <pc:sldMk cId="1523709046" sldId="430"/>
        </pc:sldMkLst>
        <pc:spChg chg="mod">
          <ac:chgData name="Vegard Rosenvinge" userId="f0d9ca60-ce4d-43f6-bed3-f444261d7bff" providerId="ADAL" clId="{FFDF9D24-2D5B-4170-88ED-D624EAD07644}" dt="2026-07-24T06:21:01.162" v="2589" actId="14861"/>
          <ac:spMkLst>
            <pc:docMk/>
            <pc:sldMk cId="1523709046" sldId="430"/>
            <ac:spMk id="3" creationId="{A79C4576-B4C6-000A-A70E-2E34835C2314}"/>
          </ac:spMkLst>
        </pc:spChg>
        <pc:spChg chg="mod">
          <ac:chgData name="Vegard Rosenvinge" userId="f0d9ca60-ce4d-43f6-bed3-f444261d7bff" providerId="ADAL" clId="{FFDF9D24-2D5B-4170-88ED-D624EAD07644}" dt="2026-07-24T06:21:01.162" v="2589" actId="14861"/>
          <ac:spMkLst>
            <pc:docMk/>
            <pc:sldMk cId="1523709046" sldId="430"/>
            <ac:spMk id="9" creationId="{D17797CE-C7DE-0EB2-08E3-32AF256DE12E}"/>
          </ac:spMkLst>
        </pc:spChg>
      </pc:sldChg>
      <pc:sldChg chg="addSp modSp add mod ord">
        <pc:chgData name="Vegard Rosenvinge" userId="f0d9ca60-ce4d-43f6-bed3-f444261d7bff" providerId="ADAL" clId="{FFDF9D24-2D5B-4170-88ED-D624EAD07644}" dt="2026-07-24T06:24:32.441" v="2610" actId="14861"/>
        <pc:sldMkLst>
          <pc:docMk/>
          <pc:sldMk cId="3494967309" sldId="431"/>
        </pc:sldMkLst>
        <pc:spChg chg="add mod ord">
          <ac:chgData name="Vegard Rosenvinge" userId="f0d9ca60-ce4d-43f6-bed3-f444261d7bff" providerId="ADAL" clId="{FFDF9D24-2D5B-4170-88ED-D624EAD07644}" dt="2026-07-24T06:24:32.441" v="2610" actId="14861"/>
          <ac:spMkLst>
            <pc:docMk/>
            <pc:sldMk cId="3494967309" sldId="431"/>
            <ac:spMk id="2" creationId="{7C81BC73-5F19-A0C0-670E-8C44C983A719}"/>
          </ac:spMkLst>
        </pc:spChg>
        <pc:spChg chg="mod ord">
          <ac:chgData name="Vegard Rosenvinge" userId="f0d9ca60-ce4d-43f6-bed3-f444261d7bff" providerId="ADAL" clId="{FFDF9D24-2D5B-4170-88ED-D624EAD07644}" dt="2026-07-24T06:24:32.441" v="2610" actId="14861"/>
          <ac:spMkLst>
            <pc:docMk/>
            <pc:sldMk cId="3494967309" sldId="431"/>
            <ac:spMk id="9" creationId="{9BB70718-F297-2F69-2481-01ABABC85806}"/>
          </ac:spMkLst>
        </pc:spChg>
      </pc:sldChg>
      <pc:sldMasterChg chg="setBg modSldLayout">
        <pc:chgData name="Vegard Rosenvinge" userId="f0d9ca60-ce4d-43f6-bed3-f444261d7bff" providerId="ADAL" clId="{FFDF9D24-2D5B-4170-88ED-D624EAD07644}" dt="2026-07-24T06:16:58.667" v="2556"/>
        <pc:sldMasterMkLst>
          <pc:docMk/>
          <pc:sldMasterMk cId="156831402" sldId="2147483660"/>
        </pc:sldMasterMkLst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4030672963" sldId="2147483661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1689516910" sldId="2147483662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1422029894" sldId="2147483663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196090039" sldId="2147483664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558681481" sldId="2147483665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3625236859" sldId="2147483666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1466727470" sldId="2147483667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132172910" sldId="2147483668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2030926229" sldId="2147483669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1834705988" sldId="2147483670"/>
          </pc:sldLayoutMkLst>
        </pc:sldLayoutChg>
        <pc:sldLayoutChg chg="setBg">
          <pc:chgData name="Vegard Rosenvinge" userId="f0d9ca60-ce4d-43f6-bed3-f444261d7bff" providerId="ADAL" clId="{FFDF9D24-2D5B-4170-88ED-D624EAD07644}" dt="2026-07-24T06:16:58.667" v="2556"/>
          <pc:sldLayoutMkLst>
            <pc:docMk/>
            <pc:sldMasterMk cId="156831402" sldId="2147483660"/>
            <pc:sldLayoutMk cId="40363242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39FA3-6958-4520-943B-AEF98CC88ED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0088" y="1143000"/>
            <a:ext cx="5457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E1916-3145-4D72-BD20-B11B03C8E8B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816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1pPr>
    <a:lvl2pPr marL="650596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2pPr>
    <a:lvl3pPr marL="1301191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3pPr>
    <a:lvl4pPr marL="1951787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4pPr>
    <a:lvl5pPr marL="2602382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5pPr>
    <a:lvl6pPr marL="3252978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6pPr>
    <a:lvl7pPr marL="3903574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7pPr>
    <a:lvl8pPr marL="4554169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8pPr>
    <a:lvl9pPr marL="5204765" algn="l" defTabSz="1301191" rtl="0" eaLnBrk="1" latinLnBrk="0" hangingPunct="1">
      <a:defRPr sz="17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4556" y="1602485"/>
            <a:ext cx="12987338" cy="3408962"/>
          </a:xfrm>
        </p:spPr>
        <p:txBody>
          <a:bodyPr anchor="b"/>
          <a:lstStyle>
            <a:lvl1pPr algn="ctr">
              <a:defRPr sz="85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4556" y="5142910"/>
            <a:ext cx="12987338" cy="2364060"/>
          </a:xfrm>
        </p:spPr>
        <p:txBody>
          <a:bodyPr/>
          <a:lstStyle>
            <a:lvl1pPr marL="0" indent="0" algn="ctr">
              <a:buNone/>
              <a:defRPr sz="3409"/>
            </a:lvl1pPr>
            <a:lvl2pPr marL="649361" indent="0" algn="ctr">
              <a:buNone/>
              <a:defRPr sz="2841"/>
            </a:lvl2pPr>
            <a:lvl3pPr marL="1298722" indent="0" algn="ctr">
              <a:buNone/>
              <a:defRPr sz="2557"/>
            </a:lvl3pPr>
            <a:lvl4pPr marL="1948083" indent="0" algn="ctr">
              <a:buNone/>
              <a:defRPr sz="2272"/>
            </a:lvl4pPr>
            <a:lvl5pPr marL="2597445" indent="0" algn="ctr">
              <a:buNone/>
              <a:defRPr sz="2272"/>
            </a:lvl5pPr>
            <a:lvl6pPr marL="3246806" indent="0" algn="ctr">
              <a:buNone/>
              <a:defRPr sz="2272"/>
            </a:lvl6pPr>
            <a:lvl7pPr marL="3896167" indent="0" algn="ctr">
              <a:buNone/>
              <a:defRPr sz="2272"/>
            </a:lvl7pPr>
            <a:lvl8pPr marL="4545528" indent="0" algn="ctr">
              <a:buNone/>
              <a:defRPr sz="2272"/>
            </a:lvl8pPr>
            <a:lvl9pPr marL="5194889" indent="0" algn="ctr">
              <a:buNone/>
              <a:defRPr sz="22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067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89516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87" y="2441127"/>
            <a:ext cx="14935438" cy="4073074"/>
          </a:xfrm>
        </p:spPr>
        <p:txBody>
          <a:bodyPr anchor="b"/>
          <a:lstStyle>
            <a:lvl1pPr>
              <a:defRPr sz="85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1487" y="6552734"/>
            <a:ext cx="14935438" cy="2141934"/>
          </a:xfrm>
        </p:spPr>
        <p:txBody>
          <a:bodyPr/>
          <a:lstStyle>
            <a:lvl1pPr marL="0" indent="0">
              <a:buNone/>
              <a:defRPr sz="3409">
                <a:solidFill>
                  <a:schemeClr val="tx1">
                    <a:tint val="82000"/>
                  </a:schemeClr>
                </a:solidFill>
              </a:defRPr>
            </a:lvl1pPr>
            <a:lvl2pPr marL="649361" indent="0">
              <a:buNone/>
              <a:defRPr sz="2841">
                <a:solidFill>
                  <a:schemeClr val="tx1">
                    <a:tint val="82000"/>
                  </a:schemeClr>
                </a:solidFill>
              </a:defRPr>
            </a:lvl2pPr>
            <a:lvl3pPr marL="1298722" indent="0">
              <a:buNone/>
              <a:defRPr sz="2557">
                <a:solidFill>
                  <a:schemeClr val="tx1">
                    <a:tint val="82000"/>
                  </a:schemeClr>
                </a:solidFill>
              </a:defRPr>
            </a:lvl3pPr>
            <a:lvl4pPr marL="1948083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4pPr>
            <a:lvl5pPr marL="2597445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5pPr>
            <a:lvl6pPr marL="3246806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6pPr>
            <a:lvl7pPr marL="3896167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7pPr>
            <a:lvl8pPr marL="4545528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8pPr>
            <a:lvl9pPr marL="5194889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202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0506" y="2606587"/>
            <a:ext cx="7359491" cy="62127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6453" y="2606587"/>
            <a:ext cx="7359491" cy="62127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609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761" y="521318"/>
            <a:ext cx="14935438" cy="1892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762" y="2400327"/>
            <a:ext cx="7325669" cy="1176363"/>
          </a:xfrm>
        </p:spPr>
        <p:txBody>
          <a:bodyPr anchor="b"/>
          <a:lstStyle>
            <a:lvl1pPr marL="0" indent="0">
              <a:buNone/>
              <a:defRPr sz="3409" b="1"/>
            </a:lvl1pPr>
            <a:lvl2pPr marL="649361" indent="0">
              <a:buNone/>
              <a:defRPr sz="2841" b="1"/>
            </a:lvl2pPr>
            <a:lvl3pPr marL="1298722" indent="0">
              <a:buNone/>
              <a:defRPr sz="2557" b="1"/>
            </a:lvl3pPr>
            <a:lvl4pPr marL="1948083" indent="0">
              <a:buNone/>
              <a:defRPr sz="2272" b="1"/>
            </a:lvl4pPr>
            <a:lvl5pPr marL="2597445" indent="0">
              <a:buNone/>
              <a:defRPr sz="2272" b="1"/>
            </a:lvl5pPr>
            <a:lvl6pPr marL="3246806" indent="0">
              <a:buNone/>
              <a:defRPr sz="2272" b="1"/>
            </a:lvl6pPr>
            <a:lvl7pPr marL="3896167" indent="0">
              <a:buNone/>
              <a:defRPr sz="2272" b="1"/>
            </a:lvl7pPr>
            <a:lvl8pPr marL="4545528" indent="0">
              <a:buNone/>
              <a:defRPr sz="2272" b="1"/>
            </a:lvl8pPr>
            <a:lvl9pPr marL="5194889" indent="0">
              <a:buNone/>
              <a:defRPr sz="22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2762" y="3576690"/>
            <a:ext cx="7325669" cy="526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66453" y="2400327"/>
            <a:ext cx="7361747" cy="1176363"/>
          </a:xfrm>
        </p:spPr>
        <p:txBody>
          <a:bodyPr anchor="b"/>
          <a:lstStyle>
            <a:lvl1pPr marL="0" indent="0">
              <a:buNone/>
              <a:defRPr sz="3409" b="1"/>
            </a:lvl1pPr>
            <a:lvl2pPr marL="649361" indent="0">
              <a:buNone/>
              <a:defRPr sz="2841" b="1"/>
            </a:lvl2pPr>
            <a:lvl3pPr marL="1298722" indent="0">
              <a:buNone/>
              <a:defRPr sz="2557" b="1"/>
            </a:lvl3pPr>
            <a:lvl4pPr marL="1948083" indent="0">
              <a:buNone/>
              <a:defRPr sz="2272" b="1"/>
            </a:lvl4pPr>
            <a:lvl5pPr marL="2597445" indent="0">
              <a:buNone/>
              <a:defRPr sz="2272" b="1"/>
            </a:lvl5pPr>
            <a:lvl6pPr marL="3246806" indent="0">
              <a:buNone/>
              <a:defRPr sz="2272" b="1"/>
            </a:lvl6pPr>
            <a:lvl7pPr marL="3896167" indent="0">
              <a:buNone/>
              <a:defRPr sz="2272" b="1"/>
            </a:lvl7pPr>
            <a:lvl8pPr marL="4545528" indent="0">
              <a:buNone/>
              <a:defRPr sz="2272" b="1"/>
            </a:lvl8pPr>
            <a:lvl9pPr marL="5194889" indent="0">
              <a:buNone/>
              <a:defRPr sz="22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66453" y="3576690"/>
            <a:ext cx="7361747" cy="526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8681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2523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6672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762" y="652780"/>
            <a:ext cx="5585005" cy="2284730"/>
          </a:xfrm>
        </p:spPr>
        <p:txBody>
          <a:bodyPr anchor="b"/>
          <a:lstStyle>
            <a:lvl1pPr>
              <a:defRPr sz="45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1747" y="1409824"/>
            <a:ext cx="8766453" cy="6958453"/>
          </a:xfrm>
        </p:spPr>
        <p:txBody>
          <a:bodyPr/>
          <a:lstStyle>
            <a:lvl1pPr>
              <a:defRPr sz="4545"/>
            </a:lvl1pPr>
            <a:lvl2pPr>
              <a:defRPr sz="3977"/>
            </a:lvl2pPr>
            <a:lvl3pPr>
              <a:defRPr sz="3409"/>
            </a:lvl3pPr>
            <a:lvl4pPr>
              <a:defRPr sz="2841"/>
            </a:lvl4pPr>
            <a:lvl5pPr>
              <a:defRPr sz="2841"/>
            </a:lvl5pPr>
            <a:lvl6pPr>
              <a:defRPr sz="2841"/>
            </a:lvl6pPr>
            <a:lvl7pPr>
              <a:defRPr sz="2841"/>
            </a:lvl7pPr>
            <a:lvl8pPr>
              <a:defRPr sz="2841"/>
            </a:lvl8pPr>
            <a:lvl9pPr>
              <a:defRPr sz="28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762" y="2937510"/>
            <a:ext cx="5585005" cy="5442101"/>
          </a:xfrm>
        </p:spPr>
        <p:txBody>
          <a:bodyPr/>
          <a:lstStyle>
            <a:lvl1pPr marL="0" indent="0">
              <a:buNone/>
              <a:defRPr sz="2272"/>
            </a:lvl1pPr>
            <a:lvl2pPr marL="649361" indent="0">
              <a:buNone/>
              <a:defRPr sz="1988"/>
            </a:lvl2pPr>
            <a:lvl3pPr marL="1298722" indent="0">
              <a:buNone/>
              <a:defRPr sz="1704"/>
            </a:lvl3pPr>
            <a:lvl4pPr marL="1948083" indent="0">
              <a:buNone/>
              <a:defRPr sz="1420"/>
            </a:lvl4pPr>
            <a:lvl5pPr marL="2597445" indent="0">
              <a:buNone/>
              <a:defRPr sz="1420"/>
            </a:lvl5pPr>
            <a:lvl6pPr marL="3246806" indent="0">
              <a:buNone/>
              <a:defRPr sz="1420"/>
            </a:lvl6pPr>
            <a:lvl7pPr marL="3896167" indent="0">
              <a:buNone/>
              <a:defRPr sz="1420"/>
            </a:lvl7pPr>
            <a:lvl8pPr marL="4545528" indent="0">
              <a:buNone/>
              <a:defRPr sz="1420"/>
            </a:lvl8pPr>
            <a:lvl9pPr marL="5194889" indent="0">
              <a:buNone/>
              <a:defRPr sz="1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17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762" y="652780"/>
            <a:ext cx="5585005" cy="2284730"/>
          </a:xfrm>
        </p:spPr>
        <p:txBody>
          <a:bodyPr anchor="b"/>
          <a:lstStyle>
            <a:lvl1pPr>
              <a:defRPr sz="45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61747" y="1409824"/>
            <a:ext cx="8766453" cy="6958453"/>
          </a:xfrm>
        </p:spPr>
        <p:txBody>
          <a:bodyPr anchor="t"/>
          <a:lstStyle>
            <a:lvl1pPr marL="0" indent="0">
              <a:buNone/>
              <a:defRPr sz="4545"/>
            </a:lvl1pPr>
            <a:lvl2pPr marL="649361" indent="0">
              <a:buNone/>
              <a:defRPr sz="3977"/>
            </a:lvl2pPr>
            <a:lvl3pPr marL="1298722" indent="0">
              <a:buNone/>
              <a:defRPr sz="3409"/>
            </a:lvl3pPr>
            <a:lvl4pPr marL="1948083" indent="0">
              <a:buNone/>
              <a:defRPr sz="2841"/>
            </a:lvl4pPr>
            <a:lvl5pPr marL="2597445" indent="0">
              <a:buNone/>
              <a:defRPr sz="2841"/>
            </a:lvl5pPr>
            <a:lvl6pPr marL="3246806" indent="0">
              <a:buNone/>
              <a:defRPr sz="2841"/>
            </a:lvl6pPr>
            <a:lvl7pPr marL="3896167" indent="0">
              <a:buNone/>
              <a:defRPr sz="2841"/>
            </a:lvl7pPr>
            <a:lvl8pPr marL="4545528" indent="0">
              <a:buNone/>
              <a:defRPr sz="2841"/>
            </a:lvl8pPr>
            <a:lvl9pPr marL="5194889" indent="0">
              <a:buNone/>
              <a:defRPr sz="284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762" y="2937510"/>
            <a:ext cx="5585005" cy="5442101"/>
          </a:xfrm>
        </p:spPr>
        <p:txBody>
          <a:bodyPr/>
          <a:lstStyle>
            <a:lvl1pPr marL="0" indent="0">
              <a:buNone/>
              <a:defRPr sz="2272"/>
            </a:lvl1pPr>
            <a:lvl2pPr marL="649361" indent="0">
              <a:buNone/>
              <a:defRPr sz="1988"/>
            </a:lvl2pPr>
            <a:lvl3pPr marL="1298722" indent="0">
              <a:buNone/>
              <a:defRPr sz="1704"/>
            </a:lvl3pPr>
            <a:lvl4pPr marL="1948083" indent="0">
              <a:buNone/>
              <a:defRPr sz="1420"/>
            </a:lvl4pPr>
            <a:lvl5pPr marL="2597445" indent="0">
              <a:buNone/>
              <a:defRPr sz="1420"/>
            </a:lvl5pPr>
            <a:lvl6pPr marL="3246806" indent="0">
              <a:buNone/>
              <a:defRPr sz="1420"/>
            </a:lvl6pPr>
            <a:lvl7pPr marL="3896167" indent="0">
              <a:buNone/>
              <a:defRPr sz="1420"/>
            </a:lvl7pPr>
            <a:lvl8pPr marL="4545528" indent="0">
              <a:buNone/>
              <a:defRPr sz="1420"/>
            </a:lvl8pPr>
            <a:lvl9pPr marL="5194889" indent="0">
              <a:buNone/>
              <a:defRPr sz="1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092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470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92084" y="521317"/>
            <a:ext cx="3733860" cy="8298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0506" y="521317"/>
            <a:ext cx="10985123" cy="8298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63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rgbClr val="084411">
                <a:alpha val="21000"/>
              </a:srgbClr>
            </a:gs>
            <a:gs pos="0">
              <a:srgbClr val="084411">
                <a:alpha val="33000"/>
              </a:srgbClr>
            </a:gs>
            <a:gs pos="55000">
              <a:srgbClr val="084411">
                <a:alpha val="13000"/>
              </a:srgbClr>
            </a:gs>
            <a:gs pos="94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0506" y="521318"/>
            <a:ext cx="14935438" cy="1892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506" y="2606587"/>
            <a:ext cx="14935438" cy="621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0506" y="9075456"/>
            <a:ext cx="3896201" cy="52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05835-42A9-4832-A3FC-2B33975D6CB3}" type="datetimeFigureOut">
              <a:rPr lang="nb-NO" smtClean="0"/>
              <a:t>30.07.2026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36074" y="9075456"/>
            <a:ext cx="5844302" cy="52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29743" y="9075456"/>
            <a:ext cx="3896201" cy="52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9D773-4D6B-4320-ADF8-64ECA02EA8E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8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98722" rtl="0" eaLnBrk="1" latinLnBrk="0" hangingPunct="1">
        <a:lnSpc>
          <a:spcPct val="90000"/>
        </a:lnSpc>
        <a:spcBef>
          <a:spcPct val="0"/>
        </a:spcBef>
        <a:buNone/>
        <a:defRPr sz="62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681" indent="-324681" algn="l" defTabSz="1298722" rtl="0" eaLnBrk="1" latinLnBrk="0" hangingPunct="1">
        <a:lnSpc>
          <a:spcPct val="90000"/>
        </a:lnSpc>
        <a:spcBef>
          <a:spcPts val="1420"/>
        </a:spcBef>
        <a:buFont typeface="Arial" panose="020B0604020202020204" pitchFamily="34" charset="0"/>
        <a:buChar char="•"/>
        <a:defRPr sz="3977" kern="1200">
          <a:solidFill>
            <a:schemeClr val="tx1"/>
          </a:solidFill>
          <a:latin typeface="+mn-lt"/>
          <a:ea typeface="+mn-ea"/>
          <a:cs typeface="+mn-cs"/>
        </a:defRPr>
      </a:lvl1pPr>
      <a:lvl2pPr marL="974042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3409" kern="1200">
          <a:solidFill>
            <a:schemeClr val="tx1"/>
          </a:solidFill>
          <a:latin typeface="+mn-lt"/>
          <a:ea typeface="+mn-ea"/>
          <a:cs typeface="+mn-cs"/>
        </a:defRPr>
      </a:lvl2pPr>
      <a:lvl3pPr marL="1623403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841" kern="1200">
          <a:solidFill>
            <a:schemeClr val="tx1"/>
          </a:solidFill>
          <a:latin typeface="+mn-lt"/>
          <a:ea typeface="+mn-ea"/>
          <a:cs typeface="+mn-cs"/>
        </a:defRPr>
      </a:lvl3pPr>
      <a:lvl4pPr marL="2272764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7" kern="1200">
          <a:solidFill>
            <a:schemeClr val="tx1"/>
          </a:solidFill>
          <a:latin typeface="+mn-lt"/>
          <a:ea typeface="+mn-ea"/>
          <a:cs typeface="+mn-cs"/>
        </a:defRPr>
      </a:lvl4pPr>
      <a:lvl5pPr marL="2922125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7" kern="1200">
          <a:solidFill>
            <a:schemeClr val="tx1"/>
          </a:solidFill>
          <a:latin typeface="+mn-lt"/>
          <a:ea typeface="+mn-ea"/>
          <a:cs typeface="+mn-cs"/>
        </a:defRPr>
      </a:lvl5pPr>
      <a:lvl6pPr marL="3571486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7" kern="1200">
          <a:solidFill>
            <a:schemeClr val="tx1"/>
          </a:solidFill>
          <a:latin typeface="+mn-lt"/>
          <a:ea typeface="+mn-ea"/>
          <a:cs typeface="+mn-cs"/>
        </a:defRPr>
      </a:lvl6pPr>
      <a:lvl7pPr marL="4220848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7" kern="1200">
          <a:solidFill>
            <a:schemeClr val="tx1"/>
          </a:solidFill>
          <a:latin typeface="+mn-lt"/>
          <a:ea typeface="+mn-ea"/>
          <a:cs typeface="+mn-cs"/>
        </a:defRPr>
      </a:lvl7pPr>
      <a:lvl8pPr marL="4870209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7" kern="1200">
          <a:solidFill>
            <a:schemeClr val="tx1"/>
          </a:solidFill>
          <a:latin typeface="+mn-lt"/>
          <a:ea typeface="+mn-ea"/>
          <a:cs typeface="+mn-cs"/>
        </a:defRPr>
      </a:lvl8pPr>
      <a:lvl9pPr marL="5519570" indent="-324681" algn="l" defTabSz="1298722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1pPr>
      <a:lvl2pPr marL="649361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2pPr>
      <a:lvl3pPr marL="1298722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3pPr>
      <a:lvl4pPr marL="1948083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4pPr>
      <a:lvl5pPr marL="2597445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5pPr>
      <a:lvl6pPr marL="3246806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6pPr>
      <a:lvl7pPr marL="3896167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7pPr>
      <a:lvl8pPr marL="4545528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8pPr>
      <a:lvl9pPr marL="5194889" algn="l" defTabSz="1298722" rtl="0" eaLnBrk="1" latinLnBrk="0" hangingPunct="1">
        <a:defRPr sz="25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411B0B-9756-5ECE-1D0B-AC2DA0B3ABD5}"/>
              </a:ext>
            </a:extLst>
          </p:cNvPr>
          <p:cNvSpPr/>
          <p:nvPr/>
        </p:nvSpPr>
        <p:spPr>
          <a:xfrm>
            <a:off x="176270" y="914403"/>
            <a:ext cx="16976993" cy="865925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F9C2B5-1851-6A15-8068-C9805A08A2F6}"/>
              </a:ext>
            </a:extLst>
          </p:cNvPr>
          <p:cNvSpPr/>
          <p:nvPr/>
        </p:nvSpPr>
        <p:spPr>
          <a:xfrm>
            <a:off x="176270" y="218039"/>
            <a:ext cx="7050030" cy="550587"/>
          </a:xfrm>
          <a:prstGeom prst="roundRect">
            <a:avLst>
              <a:gd name="adj" fmla="val 14401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9BF0C-0851-885E-3895-38EFAE29493D}"/>
              </a:ext>
            </a:extLst>
          </p:cNvPr>
          <p:cNvSpPr/>
          <p:nvPr/>
        </p:nvSpPr>
        <p:spPr>
          <a:xfrm>
            <a:off x="10090152" y="218038"/>
            <a:ext cx="4639088" cy="550587"/>
          </a:xfrm>
          <a:prstGeom prst="roundRect">
            <a:avLst>
              <a:gd name="adj" fmla="val 14401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0DF2EC-3F89-5D3F-280B-1FCE70D1ED17}"/>
              </a:ext>
            </a:extLst>
          </p:cNvPr>
          <p:cNvSpPr/>
          <p:nvPr/>
        </p:nvSpPr>
        <p:spPr>
          <a:xfrm>
            <a:off x="14933523" y="218038"/>
            <a:ext cx="2219740" cy="550587"/>
          </a:xfrm>
          <a:prstGeom prst="roundRect">
            <a:avLst>
              <a:gd name="adj" fmla="val 14401"/>
            </a:avLst>
          </a:prstGeom>
          <a:gradFill flip="none" rotWithShape="1">
            <a:gsLst>
              <a:gs pos="0">
                <a:srgbClr val="78993E"/>
              </a:gs>
              <a:gs pos="43000">
                <a:srgbClr val="78993E">
                  <a:alpha val="80000"/>
                </a:srgbClr>
              </a:gs>
              <a:gs pos="100000">
                <a:srgbClr val="78993E">
                  <a:alpha val="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1016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2619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05D2C-3116-57B3-CE75-4AEA7D02F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058B70-55C7-38C2-FE45-AF30350C52FC}"/>
              </a:ext>
            </a:extLst>
          </p:cNvPr>
          <p:cNvSpPr/>
          <p:nvPr/>
        </p:nvSpPr>
        <p:spPr>
          <a:xfrm>
            <a:off x="176270" y="914403"/>
            <a:ext cx="16976993" cy="865925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/>
              <a:t>#F6C04B</a:t>
            </a:r>
            <a:endParaRPr lang="nb-NO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ACD60E-D5D4-A456-7AE5-FE2A65359182}"/>
              </a:ext>
            </a:extLst>
          </p:cNvPr>
          <p:cNvSpPr/>
          <p:nvPr/>
        </p:nvSpPr>
        <p:spPr>
          <a:xfrm>
            <a:off x="176270" y="218039"/>
            <a:ext cx="7050030" cy="550587"/>
          </a:xfrm>
          <a:prstGeom prst="roundRect">
            <a:avLst>
              <a:gd name="adj" fmla="val 14401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2D5428-2ED6-392D-826A-3C994BE3EE89}"/>
              </a:ext>
            </a:extLst>
          </p:cNvPr>
          <p:cNvSpPr/>
          <p:nvPr/>
        </p:nvSpPr>
        <p:spPr>
          <a:xfrm>
            <a:off x="10090152" y="218038"/>
            <a:ext cx="4639088" cy="550587"/>
          </a:xfrm>
          <a:prstGeom prst="roundRect">
            <a:avLst>
              <a:gd name="adj" fmla="val 14401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380021-9C61-2BB5-43D6-8285C81105D6}"/>
              </a:ext>
            </a:extLst>
          </p:cNvPr>
          <p:cNvSpPr/>
          <p:nvPr/>
        </p:nvSpPr>
        <p:spPr>
          <a:xfrm>
            <a:off x="14933523" y="218038"/>
            <a:ext cx="2219740" cy="550587"/>
          </a:xfrm>
          <a:prstGeom prst="roundRect">
            <a:avLst>
              <a:gd name="adj" fmla="val 14401"/>
            </a:avLst>
          </a:prstGeom>
          <a:gradFill flip="none" rotWithShape="1">
            <a:gsLst>
              <a:gs pos="0">
                <a:srgbClr val="78993E"/>
              </a:gs>
              <a:gs pos="43000">
                <a:srgbClr val="78993E">
                  <a:alpha val="80000"/>
                </a:srgbClr>
              </a:gs>
              <a:gs pos="100000">
                <a:srgbClr val="78993E">
                  <a:alpha val="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1016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ED647B-6D7F-06BA-64A9-C00169D0179C}"/>
              </a:ext>
            </a:extLst>
          </p:cNvPr>
          <p:cNvSpPr/>
          <p:nvPr/>
        </p:nvSpPr>
        <p:spPr>
          <a:xfrm>
            <a:off x="176270" y="914403"/>
            <a:ext cx="3494413" cy="8659258"/>
          </a:xfrm>
          <a:prstGeom prst="roundRect">
            <a:avLst>
              <a:gd name="adj" fmla="val 1943"/>
            </a:avLst>
          </a:prstGeom>
          <a:solidFill>
            <a:srgbClr val="08441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1853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20B8-341B-6F61-BEFA-7E386DB6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804051-180A-DD3A-E452-21D36CEF05AD}"/>
              </a:ext>
            </a:extLst>
          </p:cNvPr>
          <p:cNvSpPr/>
          <p:nvPr/>
        </p:nvSpPr>
        <p:spPr>
          <a:xfrm>
            <a:off x="176270" y="914403"/>
            <a:ext cx="16976993" cy="865925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1951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EEED-4FBA-E9B1-3956-582DDD17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B468DC-77EA-6497-EC94-E31638C5581A}"/>
              </a:ext>
            </a:extLst>
          </p:cNvPr>
          <p:cNvSpPr/>
          <p:nvPr/>
        </p:nvSpPr>
        <p:spPr>
          <a:xfrm>
            <a:off x="176270" y="914403"/>
            <a:ext cx="16976993" cy="865925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/>
              <a:t>#F6C04B</a:t>
            </a:r>
            <a:endParaRPr lang="nb-NO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6C3776-CB32-FA66-2A79-3C42C455C1DE}"/>
              </a:ext>
            </a:extLst>
          </p:cNvPr>
          <p:cNvSpPr/>
          <p:nvPr/>
        </p:nvSpPr>
        <p:spPr>
          <a:xfrm>
            <a:off x="176270" y="914403"/>
            <a:ext cx="3494413" cy="8659258"/>
          </a:xfrm>
          <a:prstGeom prst="roundRect">
            <a:avLst>
              <a:gd name="adj" fmla="val 1943"/>
            </a:avLst>
          </a:prstGeom>
          <a:solidFill>
            <a:srgbClr val="08441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9203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6C95-C3F8-8A3F-7884-FEE1291B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6B32EF-ABF5-5F6C-4B9B-EDC9C2E58601}"/>
              </a:ext>
            </a:extLst>
          </p:cNvPr>
          <p:cNvSpPr/>
          <p:nvPr/>
        </p:nvSpPr>
        <p:spPr>
          <a:xfrm>
            <a:off x="176270" y="914403"/>
            <a:ext cx="16976993" cy="865925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4790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10DE7-7B86-A842-2154-ECA824FB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F99DE8-DDFF-FCCB-A795-FBA2E6DA6F21}"/>
              </a:ext>
            </a:extLst>
          </p:cNvPr>
          <p:cNvSpPr/>
          <p:nvPr/>
        </p:nvSpPr>
        <p:spPr>
          <a:xfrm>
            <a:off x="176271" y="914403"/>
            <a:ext cx="8332730" cy="4254497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08C40A-C5BF-3D50-E1FC-D1FEE331D05C}"/>
              </a:ext>
            </a:extLst>
          </p:cNvPr>
          <p:cNvSpPr/>
          <p:nvPr/>
        </p:nvSpPr>
        <p:spPr>
          <a:xfrm>
            <a:off x="8807449" y="914403"/>
            <a:ext cx="8332730" cy="4254497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C408CF-FE85-CE9A-BC8A-019065392A4D}"/>
              </a:ext>
            </a:extLst>
          </p:cNvPr>
          <p:cNvSpPr/>
          <p:nvPr/>
        </p:nvSpPr>
        <p:spPr>
          <a:xfrm>
            <a:off x="176271" y="5346701"/>
            <a:ext cx="8332730" cy="4133850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51CC20-3F0A-89AF-838A-F01691B307E0}"/>
              </a:ext>
            </a:extLst>
          </p:cNvPr>
          <p:cNvSpPr/>
          <p:nvPr/>
        </p:nvSpPr>
        <p:spPr>
          <a:xfrm>
            <a:off x="8807449" y="5346701"/>
            <a:ext cx="8332730" cy="4133850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025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A7F8-9BAE-0A0A-C691-0637A2DA2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B511B1-B23B-BB62-D18B-2CEA5606C229}"/>
              </a:ext>
            </a:extLst>
          </p:cNvPr>
          <p:cNvSpPr/>
          <p:nvPr/>
        </p:nvSpPr>
        <p:spPr>
          <a:xfrm>
            <a:off x="176271" y="914403"/>
            <a:ext cx="8332730" cy="856614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713649-2ABD-F1F9-3DB8-2B83F078B95D}"/>
              </a:ext>
            </a:extLst>
          </p:cNvPr>
          <p:cNvSpPr/>
          <p:nvPr/>
        </p:nvSpPr>
        <p:spPr>
          <a:xfrm>
            <a:off x="8807449" y="914403"/>
            <a:ext cx="8332730" cy="4254497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DBA2C4-46D2-985E-A628-537DD16572FD}"/>
              </a:ext>
            </a:extLst>
          </p:cNvPr>
          <p:cNvSpPr/>
          <p:nvPr/>
        </p:nvSpPr>
        <p:spPr>
          <a:xfrm>
            <a:off x="8807449" y="5346701"/>
            <a:ext cx="8332730" cy="4133850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1649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E94E2-C442-5B77-48EB-ABCBB674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486255-AA10-7BFA-7702-60B8D08DA4B7}"/>
              </a:ext>
            </a:extLst>
          </p:cNvPr>
          <p:cNvSpPr/>
          <p:nvPr/>
        </p:nvSpPr>
        <p:spPr>
          <a:xfrm>
            <a:off x="176271" y="914403"/>
            <a:ext cx="8332730" cy="4254497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21B08C-9550-88F3-E81E-373FAB59432C}"/>
              </a:ext>
            </a:extLst>
          </p:cNvPr>
          <p:cNvSpPr/>
          <p:nvPr/>
        </p:nvSpPr>
        <p:spPr>
          <a:xfrm>
            <a:off x="8807449" y="914403"/>
            <a:ext cx="8332730" cy="856614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0A7982-090B-ECD6-6417-C8F4EE81FF87}"/>
              </a:ext>
            </a:extLst>
          </p:cNvPr>
          <p:cNvSpPr/>
          <p:nvPr/>
        </p:nvSpPr>
        <p:spPr>
          <a:xfrm>
            <a:off x="176271" y="5346701"/>
            <a:ext cx="8332730" cy="4133850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71193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2B44-8AC0-AF07-2061-64CF0E35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7797CE-C7DE-0EB2-08E3-32AF256DE12E}"/>
              </a:ext>
            </a:extLst>
          </p:cNvPr>
          <p:cNvSpPr/>
          <p:nvPr/>
        </p:nvSpPr>
        <p:spPr>
          <a:xfrm>
            <a:off x="176270" y="914403"/>
            <a:ext cx="16917929" cy="4254497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9C4576-B4C6-000A-A70E-2E34835C2314}"/>
              </a:ext>
            </a:extLst>
          </p:cNvPr>
          <p:cNvSpPr/>
          <p:nvPr/>
        </p:nvSpPr>
        <p:spPr>
          <a:xfrm>
            <a:off x="176271" y="5346701"/>
            <a:ext cx="16917928" cy="4133850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2370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9A6C-7072-C3F1-87EE-381D1827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647527-F5AD-77D8-3302-E50339420B6F}"/>
              </a:ext>
            </a:extLst>
          </p:cNvPr>
          <p:cNvSpPr/>
          <p:nvPr/>
        </p:nvSpPr>
        <p:spPr>
          <a:xfrm>
            <a:off x="176270" y="5319164"/>
            <a:ext cx="16976993" cy="4254497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/>
              <a:t>#F6C04B</a:t>
            </a:r>
            <a:endParaRPr lang="nb-NO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84451A-E2E7-7E6C-2B82-E6FC48E3D4B9}"/>
              </a:ext>
            </a:extLst>
          </p:cNvPr>
          <p:cNvSpPr/>
          <p:nvPr/>
        </p:nvSpPr>
        <p:spPr>
          <a:xfrm>
            <a:off x="176270" y="914403"/>
            <a:ext cx="16976993" cy="4254497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/>
              <a:t>#F6C04B</a:t>
            </a:r>
            <a:endParaRPr lang="nb-NO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6C93F9-EF71-F424-D817-8A77A56D7C20}"/>
              </a:ext>
            </a:extLst>
          </p:cNvPr>
          <p:cNvSpPr/>
          <p:nvPr/>
        </p:nvSpPr>
        <p:spPr>
          <a:xfrm>
            <a:off x="176270" y="914403"/>
            <a:ext cx="3494413" cy="8659258"/>
          </a:xfrm>
          <a:prstGeom prst="roundRect">
            <a:avLst>
              <a:gd name="adj" fmla="val 1943"/>
            </a:avLst>
          </a:prstGeom>
          <a:solidFill>
            <a:srgbClr val="08441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54698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0F26-80C5-E326-3D8D-94A8472D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B70718-F297-2F69-2481-01ABABC85806}"/>
              </a:ext>
            </a:extLst>
          </p:cNvPr>
          <p:cNvSpPr/>
          <p:nvPr/>
        </p:nvSpPr>
        <p:spPr>
          <a:xfrm>
            <a:off x="8788400" y="914403"/>
            <a:ext cx="8364863" cy="865925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/>
              <a:t>#F6C04B</a:t>
            </a:r>
            <a:endParaRPr lang="nb-NO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81BC73-5F19-A0C0-670E-8C44C983A719}"/>
              </a:ext>
            </a:extLst>
          </p:cNvPr>
          <p:cNvSpPr/>
          <p:nvPr/>
        </p:nvSpPr>
        <p:spPr>
          <a:xfrm>
            <a:off x="176270" y="914403"/>
            <a:ext cx="8351781" cy="8659258"/>
          </a:xfrm>
          <a:prstGeom prst="roundRect">
            <a:avLst>
              <a:gd name="adj" fmla="val 19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/>
              <a:t>#F6C04B</a:t>
            </a:r>
            <a:endParaRPr lang="nb-NO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46C3BD-8B7C-7CB0-B6F5-047BAD07DE6F}"/>
              </a:ext>
            </a:extLst>
          </p:cNvPr>
          <p:cNvSpPr/>
          <p:nvPr/>
        </p:nvSpPr>
        <p:spPr>
          <a:xfrm>
            <a:off x="176270" y="914403"/>
            <a:ext cx="3494413" cy="8659258"/>
          </a:xfrm>
          <a:prstGeom prst="roundRect">
            <a:avLst>
              <a:gd name="adj" fmla="val 1943"/>
            </a:avLst>
          </a:prstGeom>
          <a:solidFill>
            <a:srgbClr val="08441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496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40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3DFB94662D404478E46489E305CBE28" ma:contentTypeVersion="12" ma:contentTypeDescription="Opprett et nytt dokument." ma:contentTypeScope="" ma:versionID="22c594879fb238f38713f5c22fb27eb5">
  <xsd:schema xmlns:xsd="http://www.w3.org/2001/XMLSchema" xmlns:xs="http://www.w3.org/2001/XMLSchema" xmlns:p="http://schemas.microsoft.com/office/2006/metadata/properties" xmlns:ns2="5b4b346e-9c79-4c9a-9905-c1a5a7b002bf" xmlns:ns3="61a7b529-e65c-471a-8a5c-96f347f9c136" targetNamespace="http://schemas.microsoft.com/office/2006/metadata/properties" ma:root="true" ma:fieldsID="c2ac7a2a5f96a346692e6b7babc9c1ec" ns2:_="" ns3:_="">
    <xsd:import namespace="5b4b346e-9c79-4c9a-9905-c1a5a7b002bf"/>
    <xsd:import namespace="61a7b529-e65c-471a-8a5c-96f347f9c1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Veiledni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4b346e-9c79-4c9a-9905-c1a5a7b002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fda00321-2cca-492b-8b50-465409f666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Veiledning" ma:index="19" nillable="true" ma:displayName="Veiledning" ma:format="Dropdown" ma:internalName="Veiledning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a7b529-e65c-471a-8a5c-96f347f9c13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e3e5189-b8fe-4fcc-a090-74bb63d97801}" ma:internalName="TaxCatchAll" ma:showField="CatchAllData" ma:web="61a7b529-e65c-471a-8a5c-96f347f9c1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a7b529-e65c-471a-8a5c-96f347f9c136" xsi:nil="true"/>
    <lcf76f155ced4ddcb4097134ff3c332f xmlns="5b4b346e-9c79-4c9a-9905-c1a5a7b002bf">
      <Terms xmlns="http://schemas.microsoft.com/office/infopath/2007/PartnerControls"/>
    </lcf76f155ced4ddcb4097134ff3c332f>
    <Veiledning xmlns="5b4b346e-9c79-4c9a-9905-c1a5a7b002bf" xsi:nil="true"/>
  </documentManagement>
</p:properties>
</file>

<file path=customXml/itemProps1.xml><?xml version="1.0" encoding="utf-8"?>
<ds:datastoreItem xmlns:ds="http://schemas.openxmlformats.org/officeDocument/2006/customXml" ds:itemID="{914DDF76-40FB-4024-8850-2D49633B6A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900BA9-FAC3-49B3-8C7F-FB67E60BA0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4b346e-9c79-4c9a-9905-c1a5a7b002bf"/>
    <ds:schemaRef ds:uri="61a7b529-e65c-471a-8a5c-96f347f9c1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95B2F3-FDE5-4EED-B221-7F9725C4AF48}">
  <ds:schemaRefs>
    <ds:schemaRef ds:uri="http://schemas.microsoft.com/office/2006/metadata/properties"/>
    <ds:schemaRef ds:uri="http://schemas.microsoft.com/office/infopath/2007/PartnerControls"/>
    <ds:schemaRef ds:uri="61a7b529-e65c-471a-8a5c-96f347f9c136"/>
    <ds:schemaRef ds:uri="5b4b346e-9c79-4c9a-9905-c1a5a7b002bf"/>
  </ds:schemaRefs>
</ds:datastoreItem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4639</TotalTime>
  <Words>12</Words>
  <Application>Microsoft Office PowerPoint</Application>
  <PresentationFormat>Custom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Rosenvinge, Vegard</dc:creator>
  <cp:lastModifiedBy>Vegard Rosenvinge</cp:lastModifiedBy>
  <cp:revision>9</cp:revision>
  <dcterms:created xsi:type="dcterms:W3CDTF">2024-09-18T10:37:18Z</dcterms:created>
  <dcterms:modified xsi:type="dcterms:W3CDTF">2026-07-30T11:33:54Z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0x01010023DFB94662D404478E46489E305CBE28</vt:lpwstr>
  </property>
  <property fmtid="{D5CDD505-2E9C-101B-9397-08002B2CF9AE}" pid="3" name="MSIP_Label_169accf4-2790-4dd9-bd65-6b3231a07cf7_Enabled">
    <vt:lpwstr>true</vt:lpwstr>
  </property>
  <property fmtid="{D5CDD505-2E9C-101B-9397-08002B2CF9AE}" pid="4" name="MSIP_Label_169accf4-2790-4dd9-bd65-6b3231a07cf7_SetDate">
    <vt:lpwstr>2025-05-07T20:20:38Z</vt:lpwstr>
  </property>
  <property fmtid="{D5CDD505-2E9C-101B-9397-08002B2CF9AE}" pid="5" name="MSIP_Label_169accf4-2790-4dd9-bd65-6b3231a07cf7_Method">
    <vt:lpwstr>Standard</vt:lpwstr>
  </property>
  <property fmtid="{D5CDD505-2E9C-101B-9397-08002B2CF9AE}" pid="6" name="MSIP_Label_169accf4-2790-4dd9-bd65-6b3231a07cf7_Name">
    <vt:lpwstr>Intern</vt:lpwstr>
  </property>
  <property fmtid="{D5CDD505-2E9C-101B-9397-08002B2CF9AE}" pid="7" name="MSIP_Label_169accf4-2790-4dd9-bd65-6b3231a07cf7_SiteId">
    <vt:lpwstr>0291be66-84fe-48d2-bcb0-66b1911bb4bb</vt:lpwstr>
  </property>
  <property fmtid="{D5CDD505-2E9C-101B-9397-08002B2CF9AE}" pid="8" name="MSIP_Label_169accf4-2790-4dd9-bd65-6b3231a07cf7_ActionId">
    <vt:lpwstr>1a8c8683-209a-4590-a3f5-804aa4cb3b04</vt:lpwstr>
  </property>
  <property fmtid="{D5CDD505-2E9C-101B-9397-08002B2CF9AE}" pid="9" name="MSIP_Label_169accf4-2790-4dd9-bd65-6b3231a07cf7_ContentBits">
    <vt:lpwstr>1</vt:lpwstr>
  </property>
  <property fmtid="{D5CDD505-2E9C-101B-9397-08002B2CF9AE}" pid="10" name="MSIP_Label_169accf4-2790-4dd9-bd65-6b3231a07cf7_Tag">
    <vt:lpwstr>10, 3, 0, 2</vt:lpwstr>
  </property>
  <property fmtid="{D5CDD505-2E9C-101B-9397-08002B2CF9AE}" pid="11" name="ClassificationContentMarkingHeaderLocations">
    <vt:lpwstr>Office Theme:8</vt:lpwstr>
  </property>
  <property fmtid="{D5CDD505-2E9C-101B-9397-08002B2CF9AE}" pid="12" name="ClassificationContentMarkingHeaderText">
    <vt:lpwstr>INTERN</vt:lpwstr>
  </property>
  <property fmtid="{D5CDD505-2E9C-101B-9397-08002B2CF9AE}" pid="13" name="MediaServiceImageTags">
    <vt:lpwstr/>
  </property>
</Properties>
</file>